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684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828800"/>
            <a:ext cx="6400800" cy="640080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2032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91840" y="2788920"/>
            <a:ext cx="2560320" cy="438912"/>
          </a:xfrm>
          <a:prstGeom prst="roundRect">
            <a:avLst>
              <a:gd name="adj" fmla="val 1041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27889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Topics – CST380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 CST380  ·  CSUMB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8321040" cy="484632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438912" cy="4846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4389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ActivityKit?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it solves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527048"/>
            <a:ext cx="832104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1527048"/>
            <a:ext cx="438912" cy="4846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1527048"/>
            <a:ext cx="4389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801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Attributes, ContentState, lifecycle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048256"/>
            <a:ext cx="8321040" cy="484632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048256"/>
            <a:ext cx="438912" cy="4846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048256"/>
            <a:ext cx="4389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2093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3225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ActivityKit to your project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569464"/>
            <a:ext cx="832104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2569464"/>
            <a:ext cx="438912" cy="4846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569464"/>
            <a:ext cx="4389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2843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update / 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090672"/>
            <a:ext cx="8321040" cy="484632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3090672"/>
            <a:ext cx="438912" cy="4846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3090672"/>
            <a:ext cx="4389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UI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3364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Screen &amp; Dynamic Island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611880"/>
            <a:ext cx="8321040" cy="484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1480" y="3611880"/>
            <a:ext cx="438912" cy="4846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3611880"/>
            <a:ext cx="4389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012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3886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timer walkthrough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ActivityKit?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Live Activity?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Activities display real-time, glanceable information on the Lock Screen and Dynamic Island — without the user having to open the app.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011680"/>
            <a:ext cx="2651760" cy="13258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17627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21396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Island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24688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live UI visible above the notch while using other apps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2011680"/>
            <a:ext cx="2651760" cy="13258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46120" y="2011680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17627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40480" y="21396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Screen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840480" y="24688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banner shows current state without unlocking the device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80760" y="2011680"/>
            <a:ext cx="2651760" cy="13258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080760" y="2011680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217627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21396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675120" y="24688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silently — no interruption banners or notification sounds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11480" y="1024128"/>
            <a:ext cx="54864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Notifications?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3931920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3931920" cy="3108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0241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3931920" cy="676656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453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delivery, stackable, can be dismissed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167128"/>
            <a:ext cx="3931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2037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push per update — gets expensive &amp; rate-limited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916936"/>
            <a:ext cx="3931920" cy="676656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953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191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Disappears after tap — no ongoing presence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666744"/>
            <a:ext cx="3931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941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(open app, quick action buttons)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1417320"/>
            <a:ext cx="3931920" cy="67665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1453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always-current, auto-expiring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167128"/>
            <a:ext cx="3931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22037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Activity, updated locally or via push — efficient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916936"/>
            <a:ext cx="3931920" cy="67665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2953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191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visible for up to 8 hrs (Dynamic Island) / 12 hrs (Lock Screen)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666744"/>
            <a:ext cx="3931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941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 into specific in-app state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Attributes, ContentState &amp; lifecycle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ActivityAttributes — Your Data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Activity is backed by a struct conforming to ActivityAttributes. It defines two kinds of data: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4023360" cy="13716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402336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Properties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" y="19202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when the activity starts.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changes during the activity's lifetime.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name of a workout or a flight number.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023360" cy="13716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402336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508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9202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struct (Codable + Hashable).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updated at any time.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elapsed time, current heart rate, gate changes.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971800"/>
            <a:ext cx="8321040" cy="162763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081528"/>
            <a:ext cx="80467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WorkoutAttributes: ActivityAttributes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workoutName: String          // static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ContentState: Codable, Hashable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elapsedSeconds: Int        // dynamic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heartRate: Int             // dynamic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Activity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2743200" cy="32004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274320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2606040"/>
            <a:ext cx="182880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36192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request()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2542032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Activity.request()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attributes + initial ContentState.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 Activity&lt;T&gt; token.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37560" y="1078992"/>
            <a:ext cx="2743200" cy="32004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337560" y="1078992"/>
            <a:ext cx="274320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80760" y="2606040"/>
            <a:ext cx="182880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33756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536192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747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474720" y="2542032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activity.update()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new ContentState.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Rerenders Lock Screen + Dynamic Island.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63640" y="1078992"/>
            <a:ext cx="2743200" cy="32004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263640" y="1078992"/>
            <a:ext cx="2743200" cy="34747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26364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536192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080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end()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400800" y="2542032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activity.end()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final state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dismissal policy.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11480" y="4434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dismissalPolicy controls how long the activity lingers after end():  .immediate  ·  .default  ·  .after(Date)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your project ready for Live Activities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8321040" cy="8229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457200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078992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11338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Live Activities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14264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NSSupportsLiveActivities = YES to Info.plist (or set INFOPLIST_KEY_NSSupportsLiveActivities in Build Settings)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011680"/>
            <a:ext cx="8321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457200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0116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20665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ActivityKit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35915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ActivityKit in any file that requests, updates, or ends an activity. No separate package needed — it's a system framework.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8321040" cy="8229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944368"/>
            <a:ext cx="457200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944368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7552" y="2999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Widget Extension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32918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Target → Widget Extension. Uncheck "Include Config App Intent". This target hosts your Lock Screen and Dynamic Island UI.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877056"/>
            <a:ext cx="8321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877056"/>
            <a:ext cx="457200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87705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87552" y="39319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Attributes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422452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ActivityAttributes file's Target Membership to both the main app and the Widget Extension. Both must see the same struct.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· update · 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Live Activity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Activity.request() with your attributes, an initial ContentState, and an optional pushType for remote updates.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8321040" cy="2880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804672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startWorkout(name: String)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guard ActivityAuthorizationInfo().areActivitiesEnabled else { return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attributes = WorkoutAttributes(workoutName: name)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state = WorkoutAttributes.ContentState(elapsedSeconds: 0, heartRate: 72)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content = ActivityContent(state: state, staleDate: nil)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activity = try Activity.request(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attributes: attributes,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content: content,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pushType: nil          // nil = local updates 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print("Started: \(activity.id)")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print("Failed: \(error)")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4517136"/>
            <a:ext cx="8321040" cy="256032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5171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areActivitiesEnabled before requesting — Live Activities can be disabled system-wide by the user.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 Live Activity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activity.update() inside a Swift async Task whenever your state changes. The Lock Screen and Dynamic Island re-render automatically.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8321040" cy="26517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80467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updateWorkout(elapsed: Int, bpm: Int)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guard let activity else { return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newState = WorkoutAttributes.ContentState(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elapsedSeconds: elapsed,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heartRate: bpm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activity.update(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ActivityContent(state: newState, staleDate: nil)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4325112"/>
            <a:ext cx="4023360" cy="5943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4325112"/>
            <a:ext cx="64008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" y="4325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Update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" y="4590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activity.update() directly from your app. Great for timer-driven or event-driven state changes.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4325112"/>
            <a:ext cx="4023360" cy="5943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4325112"/>
            <a:ext cx="64008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73752" y="43251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Update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4590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pushType: .token when requesting, then use an APNs push payload to update from your server.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 Live Activity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activity.end() with a final ContentState and a dismissal policy.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832104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804672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stopWorkout()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guard let activity else { return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finalState = WorkoutAttributes.ContentState(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elapsedSeconds: totalElapsed,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heartRate: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activity.end(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ActivityContent(state: finalState, staleDate: nil),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dismissalPolicy: .immediate   // removes it right away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.default    → stays for a short time after ending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.after(date) → stays until a specific 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4562856"/>
            <a:ext cx="8321040" cy="256032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5628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auto-expire after 8 hrs on the Dynamic Island and 12 hrs on the Lock Screen, even if you never call end().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UI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Screen &amp; Dynamic Island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Live Activity UI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UI lives in a Widget Extension target using ActivityConfiguration.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8321040" cy="2971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804672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WorkoutLiveActivity: Widget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body: some WidgetConfiguration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ActivityConfiguration(for: WorkoutAttributes.self) { context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Lock Screen banner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LockScreenView(context: context)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.activityBackgroundTint(.black.opacity(0.8))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dynamicIsland: { context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DynamicIsland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DynamicIslandExpandedRegion(.leading) { /* expanded leading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DynamicIslandExpandedRegion(.trailing) { /* expanded trailing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DynamicIslandExpandedRegion(.bottom) { /* expanded bottom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compactLeading: { /* compact left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compactTrailing: { /* compact right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minimal: { /* single icon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4507992"/>
            <a:ext cx="265176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4507992"/>
            <a:ext cx="54864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45079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compactLeading/Trailing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" y="47000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the sides of the Dynamic Island pill when another activity is also showing.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4507992"/>
            <a:ext cx="265176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4507992"/>
            <a:ext cx="54864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55848" y="45079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5848" y="47000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small icon shown when the activity is in the minimal state.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4507992"/>
            <a:ext cx="265176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4507992"/>
            <a:ext cx="54864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0488" y="45079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regions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0488" y="47000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view when the user long-presses the Dynamic Island.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Timer walkthrough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Demo — What to Look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 IOS102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4023360" cy="13258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24358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2070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PomodoroAttributes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153619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shell, no stored properties. ContentState holds phase, secondsRemaining, totalSeconds, completedSessions, moonPhaseName.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1078992"/>
            <a:ext cx="4023360" cy="13258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1078992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24358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2070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Live Activity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03520" y="153619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'Start' calls Activity.request() with the current state. The banner appears immediately on a physical device's Lock Screen.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1480" y="2404872"/>
            <a:ext cx="4023360" cy="13258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11480" y="2404872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56946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25328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Updates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005840" y="286207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Timer fires every second, calling activity.update() with the new elapsed time. The progress bar reflects the updated state.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09160" y="2404872"/>
            <a:ext cx="4023360" cy="13258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09160" y="2404872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56946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5328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Phase Control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03520" y="286207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buttons and −1/−5 min scrubbers call update() immediately, demonstrating how any state change flows through to the Live Activity.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11480" y="3730752"/>
            <a:ext cx="4023360" cy="13258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11480" y="3730752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895344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05840" y="3858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Phase API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005840" y="418795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on launch from aa.usno.navy.mil (free, no key). Stored in ContentState and displayed in the Lock Screen banner footer.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709160" y="3730752"/>
            <a:ext cx="4023360" cy="13258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4709160" y="3730752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895344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03520" y="3858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Live Activity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5303520" y="418795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'Stop' calls activity.end() with .immediate dismissal policy. The Live Activity vanishes from Lock Screen and Dynamic Island.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CCFBF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 &amp; Gotchas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83210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CST380  ·  CSUMB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4023360" cy="117043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078992"/>
            <a:ext cx="64008" cy="1170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243584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device only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14996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Activities do NOT run in the Simulator. You must run on a real iPhone 14 Pro or later for Dynamic Island.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078992"/>
            <a:ext cx="4023360" cy="117043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1078992"/>
            <a:ext cx="64008" cy="117043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24358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areActivitiesEnabled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3520" y="14996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disable Live Activities in Settings → [App] → Live Activities. Always check before calling request().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11480" y="2340864"/>
            <a:ext cx="4023360" cy="117043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11480" y="2340864"/>
            <a:ext cx="64008" cy="1170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50545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ContentState size limit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05840" y="27614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ContentState must be ≤ 4 KB. Keep it lean — only store data you actually display, not full data models.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09160" y="2340864"/>
            <a:ext cx="4023360" cy="117043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09160" y="2340864"/>
            <a:ext cx="64008" cy="117043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505456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limits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303520" y="27614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Island: 8 hours max. Lock Screen: 12 hours max. After expiry iOS shows a snapshot of the final state.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11480" y="3602736"/>
            <a:ext cx="4023360" cy="117043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11480" y="3602736"/>
            <a:ext cx="64008" cy="117043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76732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05840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Extension required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05840" y="4023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Lock Screen and Dynamic Island UI must live in a Widget Extension target, not the main app target.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709160" y="3602736"/>
            <a:ext cx="4023360" cy="117043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4709160" y="3602736"/>
            <a:ext cx="64008" cy="117043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767328"/>
            <a:ext cx="329184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303520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16.1+ minimum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303520" y="4023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requires iOS 16.1+. Dynamic Island features require iOS 16.1+ on iPhone 14 Pro / Pro Max or later.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943600" cy="5943600"/>
          </a:xfrm>
          <a:prstGeom prst="ellipse">
            <a:avLst/>
          </a:prstGeom>
          <a:solidFill>
            <a:srgbClr val="0D9488">
              <a:alpha val="3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powers persistent, real-time UI on the Lock Screen and Dynamic Island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99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66420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ActivityAttributes defines static data; ContentState holds everything that changes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68296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32257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lifecycle calls: Activity.request()  →  activity.update()  →  activity.end()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2666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298094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lives in a Widget Extension using ActivityConfiguration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85032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6393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areActivitiesEnabled; test on a real device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ActivityKit  ·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CST380</a:t>
            </a:r>
            <a:r>
              <a:rPr lang="en-US" sz="9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CSUMB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1694</Words>
  <Application>Microsoft Macintosh PowerPoint</Application>
  <PresentationFormat>On-screen Show (16:9)</PresentationFormat>
  <Paragraphs>287</Paragraphs>
  <Slides>20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ActivityKit – Live Activities on iOS</dc:title>
  <dc:subject>PptxGenJS Presentation</dc:subject>
  <dc:creator>PptxGenJS</dc:creator>
  <cp:lastModifiedBy>Samuel Jacobs</cp:lastModifiedBy>
  <cp:revision>2</cp:revision>
  <dcterms:created xsi:type="dcterms:W3CDTF">2026-03-19T21:18:24Z</dcterms:created>
  <dcterms:modified xsi:type="dcterms:W3CDTF">2026-03-19T21:32:07Z</dcterms:modified>
</cp:coreProperties>
</file>